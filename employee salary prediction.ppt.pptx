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19" Type="http://schemas.microsoft.com/office/2016/11/relationships/changesInfo" Target="changesInfos/changesInfo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na Faizeen" userId="71460c7364f8520d" providerId="LiveId" clId="{8A149CF2-32A0-8348-B668-1E82E31BDF28}"/>
    <pc:docChg chg="custSel addSld delSld modSld">
      <pc:chgData name="Asna Faizeen" userId="71460c7364f8520d" providerId="LiveId" clId="{8A149CF2-32A0-8348-B668-1E82E31BDF28}" dt="2025-07-19T16:37:54.136" v="4271" actId="1076"/>
      <pc:docMkLst>
        <pc:docMk/>
      </pc:docMkLst>
      <pc:sldChg chg="addSp modSp">
        <pc:chgData name="Asna Faizeen" userId="71460c7364f8520d" providerId="LiveId" clId="{8A149CF2-32A0-8348-B668-1E82E31BDF28}" dt="2025-07-19T14:52:17.487" v="518" actId="20577"/>
        <pc:sldMkLst>
          <pc:docMk/>
          <pc:sldMk cId="1523160343" sldId="256"/>
        </pc:sldMkLst>
        <pc:spChg chg="mod">
          <ac:chgData name="Asna Faizeen" userId="71460c7364f8520d" providerId="LiveId" clId="{8A149CF2-32A0-8348-B668-1E82E31BDF28}" dt="2025-07-19T14:35:10.823" v="140" actId="20577"/>
          <ac:spMkLst>
            <pc:docMk/>
            <pc:sldMk cId="1523160343" sldId="256"/>
            <ac:spMk id="2" creationId="{20A5F614-535E-46EC-E0B1-D137545C9658}"/>
          </ac:spMkLst>
        </pc:spChg>
        <pc:spChg chg="mod">
          <ac:chgData name="Asna Faizeen" userId="71460c7364f8520d" providerId="LiveId" clId="{8A149CF2-32A0-8348-B668-1E82E31BDF28}" dt="2025-07-19T14:52:17.487" v="518" actId="20577"/>
          <ac:spMkLst>
            <pc:docMk/>
            <pc:sldMk cId="1523160343" sldId="256"/>
            <ac:spMk id="3" creationId="{948EB18A-48BC-E108-6EA5-1A69264E40FD}"/>
          </ac:spMkLst>
        </pc:spChg>
        <pc:spChg chg="add mod">
          <ac:chgData name="Asna Faizeen" userId="71460c7364f8520d" providerId="LiveId" clId="{8A149CF2-32A0-8348-B668-1E82E31BDF28}" dt="2025-07-19T14:39:43.614" v="293" actId="14100"/>
          <ac:spMkLst>
            <pc:docMk/>
            <pc:sldMk cId="1523160343" sldId="256"/>
            <ac:spMk id="5" creationId="{93460912-F8EF-35DB-2B5B-44E52E761DD6}"/>
          </ac:spMkLst>
        </pc:spChg>
        <pc:spChg chg="add mod">
          <ac:chgData name="Asna Faizeen" userId="71460c7364f8520d" providerId="LiveId" clId="{8A149CF2-32A0-8348-B668-1E82E31BDF28}" dt="2025-07-19T14:50:45.684" v="505" actId="1076"/>
          <ac:spMkLst>
            <pc:docMk/>
            <pc:sldMk cId="1523160343" sldId="256"/>
            <ac:spMk id="7" creationId="{36A90C07-A266-9670-6C6B-F4496F0DDE4D}"/>
          </ac:spMkLst>
        </pc:spChg>
      </pc:sldChg>
      <pc:sldChg chg="modSp new">
        <pc:chgData name="Asna Faizeen" userId="71460c7364f8520d" providerId="LiveId" clId="{8A149CF2-32A0-8348-B668-1E82E31BDF28}" dt="2025-07-19T15:32:59.582" v="2084" actId="20577"/>
        <pc:sldMkLst>
          <pc:docMk/>
          <pc:sldMk cId="2734536025" sldId="257"/>
        </pc:sldMkLst>
        <pc:spChg chg="mod">
          <ac:chgData name="Asna Faizeen" userId="71460c7364f8520d" providerId="LiveId" clId="{8A149CF2-32A0-8348-B668-1E82E31BDF28}" dt="2025-07-19T14:54:11.522" v="547" actId="20577"/>
          <ac:spMkLst>
            <pc:docMk/>
            <pc:sldMk cId="2734536025" sldId="257"/>
            <ac:spMk id="2" creationId="{3BDE99B6-291D-5629-29EA-A9B420203E18}"/>
          </ac:spMkLst>
        </pc:spChg>
        <pc:spChg chg="mod">
          <ac:chgData name="Asna Faizeen" userId="71460c7364f8520d" providerId="LiveId" clId="{8A149CF2-32A0-8348-B668-1E82E31BDF28}" dt="2025-07-19T15:32:59.582" v="2084" actId="20577"/>
          <ac:spMkLst>
            <pc:docMk/>
            <pc:sldMk cId="2734536025" sldId="257"/>
            <ac:spMk id="3" creationId="{9DEDD43C-F17E-8DAB-A0C7-90E1EC124D15}"/>
          </ac:spMkLst>
        </pc:spChg>
      </pc:sldChg>
      <pc:sldChg chg="modSp new">
        <pc:chgData name="Asna Faizeen" userId="71460c7364f8520d" providerId="LiveId" clId="{8A149CF2-32A0-8348-B668-1E82E31BDF28}" dt="2025-07-19T15:02:49.112" v="1153" actId="20577"/>
        <pc:sldMkLst>
          <pc:docMk/>
          <pc:sldMk cId="2654773293" sldId="258"/>
        </pc:sldMkLst>
        <pc:spChg chg="mod">
          <ac:chgData name="Asna Faizeen" userId="71460c7364f8520d" providerId="LiveId" clId="{8A149CF2-32A0-8348-B668-1E82E31BDF28}" dt="2025-07-19T14:57:02.174" v="647" actId="20577"/>
          <ac:spMkLst>
            <pc:docMk/>
            <pc:sldMk cId="2654773293" sldId="258"/>
            <ac:spMk id="2" creationId="{539B5B9B-EB21-7A29-FC27-F05F4A9985B4}"/>
          </ac:spMkLst>
        </pc:spChg>
        <pc:spChg chg="mod">
          <ac:chgData name="Asna Faizeen" userId="71460c7364f8520d" providerId="LiveId" clId="{8A149CF2-32A0-8348-B668-1E82E31BDF28}" dt="2025-07-19T15:02:49.112" v="1153" actId="20577"/>
          <ac:spMkLst>
            <pc:docMk/>
            <pc:sldMk cId="2654773293" sldId="258"/>
            <ac:spMk id="3" creationId="{476B65D9-C63C-656A-9906-FF0E1DA06593}"/>
          </ac:spMkLst>
        </pc:spChg>
      </pc:sldChg>
      <pc:sldChg chg="modSp new">
        <pc:chgData name="Asna Faizeen" userId="71460c7364f8520d" providerId="LiveId" clId="{8A149CF2-32A0-8348-B668-1E82E31BDF28}" dt="2025-07-19T15:26:12.773" v="1879" actId="20577"/>
        <pc:sldMkLst>
          <pc:docMk/>
          <pc:sldMk cId="1547186417" sldId="259"/>
        </pc:sldMkLst>
        <pc:spChg chg="mod">
          <ac:chgData name="Asna Faizeen" userId="71460c7364f8520d" providerId="LiveId" clId="{8A149CF2-32A0-8348-B668-1E82E31BDF28}" dt="2025-07-19T15:14:24.588" v="1167" actId="20577"/>
          <ac:spMkLst>
            <pc:docMk/>
            <pc:sldMk cId="1547186417" sldId="259"/>
            <ac:spMk id="2" creationId="{FAAAC0B9-AD1D-3EE9-D2CF-1B6D6547233B}"/>
          </ac:spMkLst>
        </pc:spChg>
        <pc:spChg chg="mod">
          <ac:chgData name="Asna Faizeen" userId="71460c7364f8520d" providerId="LiveId" clId="{8A149CF2-32A0-8348-B668-1E82E31BDF28}" dt="2025-07-19T15:26:12.773" v="1879" actId="20577"/>
          <ac:spMkLst>
            <pc:docMk/>
            <pc:sldMk cId="1547186417" sldId="259"/>
            <ac:spMk id="3" creationId="{12F30DB2-889E-09D9-C248-86D6792F6A44}"/>
          </ac:spMkLst>
        </pc:spChg>
      </pc:sldChg>
      <pc:sldChg chg="modSp new">
        <pc:chgData name="Asna Faizeen" userId="71460c7364f8520d" providerId="LiveId" clId="{8A149CF2-32A0-8348-B668-1E82E31BDF28}" dt="2025-07-19T15:31:22.093" v="2059" actId="20577"/>
        <pc:sldMkLst>
          <pc:docMk/>
          <pc:sldMk cId="1179471304" sldId="260"/>
        </pc:sldMkLst>
        <pc:spChg chg="mod">
          <ac:chgData name="Asna Faizeen" userId="71460c7364f8520d" providerId="LiveId" clId="{8A149CF2-32A0-8348-B668-1E82E31BDF28}" dt="2025-07-19T15:31:22.093" v="2059" actId="20577"/>
          <ac:spMkLst>
            <pc:docMk/>
            <pc:sldMk cId="1179471304" sldId="260"/>
            <ac:spMk id="3" creationId="{9F905AA9-E3FC-A2D7-721A-B94569355C8F}"/>
          </ac:spMkLst>
        </pc:spChg>
      </pc:sldChg>
      <pc:sldChg chg="addSp delSp modSp new del">
        <pc:chgData name="Asna Faizeen" userId="71460c7364f8520d" providerId="LiveId" clId="{8A149CF2-32A0-8348-B668-1E82E31BDF28}" dt="2025-07-19T15:30:00.385" v="1985" actId="2696"/>
        <pc:sldMkLst>
          <pc:docMk/>
          <pc:sldMk cId="4089604585" sldId="260"/>
        </pc:sldMkLst>
        <pc:spChg chg="del mod">
          <ac:chgData name="Asna Faizeen" userId="71460c7364f8520d" providerId="LiveId" clId="{8A149CF2-32A0-8348-B668-1E82E31BDF28}" dt="2025-07-19T15:26:49.004" v="1883" actId="478"/>
          <ac:spMkLst>
            <pc:docMk/>
            <pc:sldMk cId="4089604585" sldId="260"/>
            <ac:spMk id="2" creationId="{0E5B9D9B-CEA3-B7BE-ECE6-192EE770A275}"/>
          </ac:spMkLst>
        </pc:spChg>
        <pc:spChg chg="mod">
          <ac:chgData name="Asna Faizeen" userId="71460c7364f8520d" providerId="LiveId" clId="{8A149CF2-32A0-8348-B668-1E82E31BDF28}" dt="2025-07-19T15:29:30.029" v="1982" actId="20577"/>
          <ac:spMkLst>
            <pc:docMk/>
            <pc:sldMk cId="4089604585" sldId="260"/>
            <ac:spMk id="3" creationId="{11558EF0-B8C8-DDA0-72A1-56F5A87E36DF}"/>
          </ac:spMkLst>
        </pc:spChg>
        <pc:spChg chg="add del">
          <ac:chgData name="Asna Faizeen" userId="71460c7364f8520d" providerId="LiveId" clId="{8A149CF2-32A0-8348-B668-1E82E31BDF28}" dt="2025-07-19T15:29:55.933" v="1984" actId="478"/>
          <ac:spMkLst>
            <pc:docMk/>
            <pc:sldMk cId="4089604585" sldId="260"/>
            <ac:spMk id="5" creationId="{20202FFA-8827-773D-113F-56024E6B3DE1}"/>
          </ac:spMkLst>
        </pc:spChg>
      </pc:sldChg>
      <pc:sldChg chg="modSp new">
        <pc:chgData name="Asna Faizeen" userId="71460c7364f8520d" providerId="LiveId" clId="{8A149CF2-32A0-8348-B668-1E82E31BDF28}" dt="2025-07-19T15:35:55.544" v="2096" actId="27636"/>
        <pc:sldMkLst>
          <pc:docMk/>
          <pc:sldMk cId="1446825844" sldId="261"/>
        </pc:sldMkLst>
        <pc:spChg chg="mod">
          <ac:chgData name="Asna Faizeen" userId="71460c7364f8520d" providerId="LiveId" clId="{8A149CF2-32A0-8348-B668-1E82E31BDF28}" dt="2025-07-19T15:32:36.894" v="2078" actId="20577"/>
          <ac:spMkLst>
            <pc:docMk/>
            <pc:sldMk cId="1446825844" sldId="261"/>
            <ac:spMk id="2" creationId="{0D9F8C2B-599E-56C3-FD69-CE106C9EA08D}"/>
          </ac:spMkLst>
        </pc:spChg>
        <pc:spChg chg="mod">
          <ac:chgData name="Asna Faizeen" userId="71460c7364f8520d" providerId="LiveId" clId="{8A149CF2-32A0-8348-B668-1E82E31BDF28}" dt="2025-07-19T15:35:55.544" v="2096" actId="27636"/>
          <ac:spMkLst>
            <pc:docMk/>
            <pc:sldMk cId="1446825844" sldId="261"/>
            <ac:spMk id="3" creationId="{0FF8E160-877F-DAB3-9AAB-0F81A741423E}"/>
          </ac:spMkLst>
        </pc:spChg>
      </pc:sldChg>
      <pc:sldChg chg="addSp delSp modSp new">
        <pc:chgData name="Asna Faizeen" userId="71460c7364f8520d" providerId="LiveId" clId="{8A149CF2-32A0-8348-B668-1E82E31BDF28}" dt="2025-07-19T15:40:51.744" v="2119" actId="14100"/>
        <pc:sldMkLst>
          <pc:docMk/>
          <pc:sldMk cId="3154190943" sldId="262"/>
        </pc:sldMkLst>
        <pc:spChg chg="mod">
          <ac:chgData name="Asna Faizeen" userId="71460c7364f8520d" providerId="LiveId" clId="{8A149CF2-32A0-8348-B668-1E82E31BDF28}" dt="2025-07-19T15:37:22.549" v="2107" actId="20577"/>
          <ac:spMkLst>
            <pc:docMk/>
            <pc:sldMk cId="3154190943" sldId="262"/>
            <ac:spMk id="2" creationId="{152E0C1F-DC97-5926-8B2B-6E9AD187976D}"/>
          </ac:spMkLst>
        </pc:spChg>
        <pc:spChg chg="del mod">
          <ac:chgData name="Asna Faizeen" userId="71460c7364f8520d" providerId="LiveId" clId="{8A149CF2-32A0-8348-B668-1E82E31BDF28}" dt="2025-07-19T15:39:19.524" v="2109" actId="931"/>
          <ac:spMkLst>
            <pc:docMk/>
            <pc:sldMk cId="3154190943" sldId="262"/>
            <ac:spMk id="3" creationId="{6C9050C4-E2AB-3E46-710D-32D5DD2ACB2F}"/>
          </ac:spMkLst>
        </pc:spChg>
        <pc:picChg chg="add mod ord">
          <ac:chgData name="Asna Faizeen" userId="71460c7364f8520d" providerId="LiveId" clId="{8A149CF2-32A0-8348-B668-1E82E31BDF28}" dt="2025-07-19T15:40:51.744" v="2119" actId="14100"/>
          <ac:picMkLst>
            <pc:docMk/>
            <pc:sldMk cId="3154190943" sldId="262"/>
            <ac:picMk id="4" creationId="{D153393F-2E55-37C4-71A5-15681A5E6F9D}"/>
          </ac:picMkLst>
        </pc:picChg>
        <pc:picChg chg="add mod">
          <ac:chgData name="Asna Faizeen" userId="71460c7364f8520d" providerId="LiveId" clId="{8A149CF2-32A0-8348-B668-1E82E31BDF28}" dt="2025-07-19T15:40:45.431" v="2116" actId="1076"/>
          <ac:picMkLst>
            <pc:docMk/>
            <pc:sldMk cId="3154190943" sldId="262"/>
            <ac:picMk id="5" creationId="{50DC8D2F-AEBE-8BA0-F0D4-680674CF6801}"/>
          </ac:picMkLst>
        </pc:picChg>
      </pc:sldChg>
      <pc:sldChg chg="addSp delSp modSp new">
        <pc:chgData name="Asna Faizeen" userId="71460c7364f8520d" providerId="LiveId" clId="{8A149CF2-32A0-8348-B668-1E82E31BDF28}" dt="2025-07-19T15:46:21.516" v="2164" actId="1076"/>
        <pc:sldMkLst>
          <pc:docMk/>
          <pc:sldMk cId="3152852435" sldId="263"/>
        </pc:sldMkLst>
        <pc:spChg chg="del">
          <ac:chgData name="Asna Faizeen" userId="71460c7364f8520d" providerId="LiveId" clId="{8A149CF2-32A0-8348-B668-1E82E31BDF28}" dt="2025-07-19T15:41:54.535" v="2121" actId="931"/>
          <ac:spMkLst>
            <pc:docMk/>
            <pc:sldMk cId="3152852435" sldId="263"/>
            <ac:spMk id="3" creationId="{45C6F10C-E439-D359-1E4D-C37A91EE8B30}"/>
          </ac:spMkLst>
        </pc:spChg>
        <pc:picChg chg="add mod ord">
          <ac:chgData name="Asna Faizeen" userId="71460c7364f8520d" providerId="LiveId" clId="{8A149CF2-32A0-8348-B668-1E82E31BDF28}" dt="2025-07-19T15:46:09.962" v="2162" actId="14100"/>
          <ac:picMkLst>
            <pc:docMk/>
            <pc:sldMk cId="3152852435" sldId="263"/>
            <ac:picMk id="4" creationId="{B31B8F0A-6226-4840-B3F4-5FA04EB8EDCB}"/>
          </ac:picMkLst>
        </pc:picChg>
        <pc:picChg chg="add mod">
          <ac:chgData name="Asna Faizeen" userId="71460c7364f8520d" providerId="LiveId" clId="{8A149CF2-32A0-8348-B668-1E82E31BDF28}" dt="2025-07-19T15:45:51.626" v="2156" actId="1076"/>
          <ac:picMkLst>
            <pc:docMk/>
            <pc:sldMk cId="3152852435" sldId="263"/>
            <ac:picMk id="5" creationId="{48C9F684-0813-BE07-10C2-A5031A16D262}"/>
          </ac:picMkLst>
        </pc:picChg>
        <pc:picChg chg="add del mod">
          <ac:chgData name="Asna Faizeen" userId="71460c7364f8520d" providerId="LiveId" clId="{8A149CF2-32A0-8348-B668-1E82E31BDF28}" dt="2025-07-19T15:45:24.215" v="2153" actId="478"/>
          <ac:picMkLst>
            <pc:docMk/>
            <pc:sldMk cId="3152852435" sldId="263"/>
            <ac:picMk id="6" creationId="{BDFB3DF9-9967-35BF-D8C7-BF344F840E0D}"/>
          </ac:picMkLst>
        </pc:picChg>
        <pc:picChg chg="add mod">
          <ac:chgData name="Asna Faizeen" userId="71460c7364f8520d" providerId="LiveId" clId="{8A149CF2-32A0-8348-B668-1E82E31BDF28}" dt="2025-07-19T15:46:21.516" v="2164" actId="1076"/>
          <ac:picMkLst>
            <pc:docMk/>
            <pc:sldMk cId="3152852435" sldId="263"/>
            <ac:picMk id="7" creationId="{547B2616-5676-14E0-9A29-F21DFADA8EA3}"/>
          </ac:picMkLst>
        </pc:picChg>
      </pc:sldChg>
      <pc:sldChg chg="addSp delSp modSp new">
        <pc:chgData name="Asna Faizeen" userId="71460c7364f8520d" providerId="LiveId" clId="{8A149CF2-32A0-8348-B668-1E82E31BDF28}" dt="2025-07-19T15:58:52.626" v="2436" actId="20577"/>
        <pc:sldMkLst>
          <pc:docMk/>
          <pc:sldMk cId="3534278601" sldId="264"/>
        </pc:sldMkLst>
        <pc:spChg chg="del mod">
          <ac:chgData name="Asna Faizeen" userId="71460c7364f8520d" providerId="LiveId" clId="{8A149CF2-32A0-8348-B668-1E82E31BDF28}" dt="2025-07-19T15:48:55.662" v="2188" actId="478"/>
          <ac:spMkLst>
            <pc:docMk/>
            <pc:sldMk cId="3534278601" sldId="264"/>
            <ac:spMk id="2" creationId="{12598BB7-6AE6-EBBD-0F18-16E11BA6AB41}"/>
          </ac:spMkLst>
        </pc:spChg>
        <pc:spChg chg="del">
          <ac:chgData name="Asna Faizeen" userId="71460c7364f8520d" providerId="LiveId" clId="{8A149CF2-32A0-8348-B668-1E82E31BDF28}" dt="2025-07-19T15:47:05.713" v="2166" actId="931"/>
          <ac:spMkLst>
            <pc:docMk/>
            <pc:sldMk cId="3534278601" sldId="264"/>
            <ac:spMk id="3" creationId="{4F423DD1-CEB3-4D12-FEB8-171CAEA3884D}"/>
          </ac:spMkLst>
        </pc:spChg>
        <pc:spChg chg="add del mod">
          <ac:chgData name="Asna Faizeen" userId="71460c7364f8520d" providerId="LiveId" clId="{8A149CF2-32A0-8348-B668-1E82E31BDF28}" dt="2025-07-19T15:49:13.111" v="2190" actId="931"/>
          <ac:spMkLst>
            <pc:docMk/>
            <pc:sldMk cId="3534278601" sldId="264"/>
            <ac:spMk id="6" creationId="{F36E933F-417E-F710-DBC4-019ABB19BAA0}"/>
          </ac:spMkLst>
        </pc:spChg>
        <pc:spChg chg="add mod">
          <ac:chgData name="Asna Faizeen" userId="71460c7364f8520d" providerId="LiveId" clId="{8A149CF2-32A0-8348-B668-1E82E31BDF28}" dt="2025-07-19T15:58:52.626" v="2436" actId="20577"/>
          <ac:spMkLst>
            <pc:docMk/>
            <pc:sldMk cId="3534278601" sldId="264"/>
            <ac:spMk id="9" creationId="{47AE2657-6BE5-C3BB-4DDE-6A1C38AF4A86}"/>
          </ac:spMkLst>
        </pc:spChg>
        <pc:picChg chg="add del mod ord">
          <ac:chgData name="Asna Faizeen" userId="71460c7364f8520d" providerId="LiveId" clId="{8A149CF2-32A0-8348-B668-1E82E31BDF28}" dt="2025-07-19T15:48:48.661" v="2187" actId="478"/>
          <ac:picMkLst>
            <pc:docMk/>
            <pc:sldMk cId="3534278601" sldId="264"/>
            <ac:picMk id="4" creationId="{B258E292-0302-46C1-4F36-FD22ADB36E15}"/>
          </ac:picMkLst>
        </pc:picChg>
        <pc:picChg chg="add del mod ord">
          <ac:chgData name="Asna Faizeen" userId="71460c7364f8520d" providerId="LiveId" clId="{8A149CF2-32A0-8348-B668-1E82E31BDF28}" dt="2025-07-19T15:50:18.702" v="2203" actId="478"/>
          <ac:picMkLst>
            <pc:docMk/>
            <pc:sldMk cId="3534278601" sldId="264"/>
            <ac:picMk id="7" creationId="{3F80510C-45F9-C80A-A94C-9DED1C7A797D}"/>
          </ac:picMkLst>
        </pc:picChg>
        <pc:picChg chg="add mod">
          <ac:chgData name="Asna Faizeen" userId="71460c7364f8520d" providerId="LiveId" clId="{8A149CF2-32A0-8348-B668-1E82E31BDF28}" dt="2025-07-19T15:56:02.156" v="2365" actId="14100"/>
          <ac:picMkLst>
            <pc:docMk/>
            <pc:sldMk cId="3534278601" sldId="264"/>
            <ac:picMk id="10" creationId="{D8B0B1B5-7DFB-BD8D-20A4-1CF3541B49EA}"/>
          </ac:picMkLst>
        </pc:picChg>
      </pc:sldChg>
      <pc:sldChg chg="modSp new">
        <pc:chgData name="Asna Faizeen" userId="71460c7364f8520d" providerId="LiveId" clId="{8A149CF2-32A0-8348-B668-1E82E31BDF28}" dt="2025-07-19T16:02:51.233" v="3823" actId="20577"/>
        <pc:sldMkLst>
          <pc:docMk/>
          <pc:sldMk cId="989870095" sldId="265"/>
        </pc:sldMkLst>
        <pc:spChg chg="mod">
          <ac:chgData name="Asna Faizeen" userId="71460c7364f8520d" providerId="LiveId" clId="{8A149CF2-32A0-8348-B668-1E82E31BDF28}" dt="2025-07-19T15:59:10.103" v="2441" actId="20577"/>
          <ac:spMkLst>
            <pc:docMk/>
            <pc:sldMk cId="989870095" sldId="265"/>
            <ac:spMk id="2" creationId="{F94AAD17-B865-2B0D-3225-8BED780B0800}"/>
          </ac:spMkLst>
        </pc:spChg>
        <pc:spChg chg="mod">
          <ac:chgData name="Asna Faizeen" userId="71460c7364f8520d" providerId="LiveId" clId="{8A149CF2-32A0-8348-B668-1E82E31BDF28}" dt="2025-07-19T16:02:51.233" v="3823" actId="20577"/>
          <ac:spMkLst>
            <pc:docMk/>
            <pc:sldMk cId="989870095" sldId="265"/>
            <ac:spMk id="3" creationId="{0128B2F2-DF33-F467-4A18-7D72F6439DB3}"/>
          </ac:spMkLst>
        </pc:spChg>
      </pc:sldChg>
      <pc:sldChg chg="modSp new">
        <pc:chgData name="Asna Faizeen" userId="71460c7364f8520d" providerId="LiveId" clId="{8A149CF2-32A0-8348-B668-1E82E31BDF28}" dt="2025-07-19T16:06:13.392" v="3848" actId="20577"/>
        <pc:sldMkLst>
          <pc:docMk/>
          <pc:sldMk cId="1836189641" sldId="266"/>
        </pc:sldMkLst>
        <pc:spChg chg="mod">
          <ac:chgData name="Asna Faizeen" userId="71460c7364f8520d" providerId="LiveId" clId="{8A149CF2-32A0-8348-B668-1E82E31BDF28}" dt="2025-07-19T16:05:19.389" v="3833" actId="20577"/>
          <ac:spMkLst>
            <pc:docMk/>
            <pc:sldMk cId="1836189641" sldId="266"/>
            <ac:spMk id="2" creationId="{ABCD3E78-B209-1A47-F5A4-FA0F19777C4F}"/>
          </ac:spMkLst>
        </pc:spChg>
        <pc:spChg chg="mod">
          <ac:chgData name="Asna Faizeen" userId="71460c7364f8520d" providerId="LiveId" clId="{8A149CF2-32A0-8348-B668-1E82E31BDF28}" dt="2025-07-19T16:06:13.392" v="3848" actId="20577"/>
          <ac:spMkLst>
            <pc:docMk/>
            <pc:sldMk cId="1836189641" sldId="266"/>
            <ac:spMk id="3" creationId="{4496416E-087F-353A-E3A4-88ECFB3386CB}"/>
          </ac:spMkLst>
        </pc:spChg>
      </pc:sldChg>
      <pc:sldChg chg="modSp new">
        <pc:chgData name="Asna Faizeen" userId="71460c7364f8520d" providerId="LiveId" clId="{8A149CF2-32A0-8348-B668-1E82E31BDF28}" dt="2025-07-19T16:34:28.897" v="4226" actId="20577"/>
        <pc:sldMkLst>
          <pc:docMk/>
          <pc:sldMk cId="3480910620" sldId="267"/>
        </pc:sldMkLst>
        <pc:spChg chg="mod">
          <ac:chgData name="Asna Faizeen" userId="71460c7364f8520d" providerId="LiveId" clId="{8A149CF2-32A0-8348-B668-1E82E31BDF28}" dt="2025-07-19T16:07:57.258" v="3865" actId="20577"/>
          <ac:spMkLst>
            <pc:docMk/>
            <pc:sldMk cId="3480910620" sldId="267"/>
            <ac:spMk id="2" creationId="{D1EC0C20-6DC1-99C3-A4AB-49D68E12830E}"/>
          </ac:spMkLst>
        </pc:spChg>
        <pc:spChg chg="mod">
          <ac:chgData name="Asna Faizeen" userId="71460c7364f8520d" providerId="LiveId" clId="{8A149CF2-32A0-8348-B668-1E82E31BDF28}" dt="2025-07-19T16:34:28.897" v="4226" actId="20577"/>
          <ac:spMkLst>
            <pc:docMk/>
            <pc:sldMk cId="3480910620" sldId="267"/>
            <ac:spMk id="3" creationId="{021A5A17-BC06-404F-328D-C66FEE029F0A}"/>
          </ac:spMkLst>
        </pc:spChg>
      </pc:sldChg>
      <pc:sldChg chg="modSp new del">
        <pc:chgData name="Asna Faizeen" userId="71460c7364f8520d" providerId="LiveId" clId="{8A149CF2-32A0-8348-B668-1E82E31BDF28}" dt="2025-07-19T16:07:39.677" v="3858" actId="2696"/>
        <pc:sldMkLst>
          <pc:docMk/>
          <pc:sldMk cId="3912678128" sldId="267"/>
        </pc:sldMkLst>
        <pc:spChg chg="mod">
          <ac:chgData name="Asna Faizeen" userId="71460c7364f8520d" providerId="LiveId" clId="{8A149CF2-32A0-8348-B668-1E82E31BDF28}" dt="2025-07-19T16:07:00.167" v="3856" actId="20577"/>
          <ac:spMkLst>
            <pc:docMk/>
            <pc:sldMk cId="3912678128" sldId="267"/>
            <ac:spMk id="2" creationId="{8B86BFB0-494D-D866-0691-48F9E6DA4495}"/>
          </ac:spMkLst>
        </pc:spChg>
        <pc:spChg chg="mod">
          <ac:chgData name="Asna Faizeen" userId="71460c7364f8520d" providerId="LiveId" clId="{8A149CF2-32A0-8348-B668-1E82E31BDF28}" dt="2025-07-19T16:07:18.880" v="3857" actId="5793"/>
          <ac:spMkLst>
            <pc:docMk/>
            <pc:sldMk cId="3912678128" sldId="267"/>
            <ac:spMk id="3" creationId="{8A281D33-4BF1-2786-8DFB-5AA946427CE9}"/>
          </ac:spMkLst>
        </pc:spChg>
      </pc:sldChg>
      <pc:sldChg chg="delSp modSp new">
        <pc:chgData name="Asna Faizeen" userId="71460c7364f8520d" providerId="LiveId" clId="{8A149CF2-32A0-8348-B668-1E82E31BDF28}" dt="2025-07-19T16:37:54.136" v="4271" actId="1076"/>
        <pc:sldMkLst>
          <pc:docMk/>
          <pc:sldMk cId="3753746060" sldId="268"/>
        </pc:sldMkLst>
        <pc:spChg chg="mod">
          <ac:chgData name="Asna Faizeen" userId="71460c7364f8520d" providerId="LiveId" clId="{8A149CF2-32A0-8348-B668-1E82E31BDF28}" dt="2025-07-19T16:37:54.136" v="4271" actId="1076"/>
          <ac:spMkLst>
            <pc:docMk/>
            <pc:sldMk cId="3753746060" sldId="268"/>
            <ac:spMk id="2" creationId="{C2C4C316-F28C-2A6E-3BBF-1FCED2FFC222}"/>
          </ac:spMkLst>
        </pc:spChg>
        <pc:spChg chg="del mod">
          <ac:chgData name="Asna Faizeen" userId="71460c7364f8520d" providerId="LiveId" clId="{8A149CF2-32A0-8348-B668-1E82E31BDF28}" dt="2025-07-19T16:36:29.840" v="4231" actId="478"/>
          <ac:spMkLst>
            <pc:docMk/>
            <pc:sldMk cId="3753746060" sldId="268"/>
            <ac:spMk id="3" creationId="{1F4DCEDA-FFAA-1BFF-0751-638CB21FE3F2}"/>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7/19/2025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7/19/2025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7/19/2025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jpeg" /><Relationship Id="rId1" Type="http://schemas.openxmlformats.org/officeDocument/2006/relationships/slideLayout" Target="../slideLayouts/slideLayout2.xml" /><Relationship Id="rId4" Type="http://schemas.openxmlformats.org/officeDocument/2006/relationships/image" Target="../media/image5.jpeg" /></Relationships>
</file>

<file path=ppt/slides/_rels/slide9.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hyperlink" Target="https://colab.research.google.com/drive/1JB_RelHj8es7l7m8tHE5hQivwxxreYbi?usp=sharing" TargetMode="Externa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5F614-535E-46EC-E0B1-D137545C9658}"/>
              </a:ext>
            </a:extLst>
          </p:cNvPr>
          <p:cNvSpPr>
            <a:spLocks noGrp="1"/>
          </p:cNvSpPr>
          <p:nvPr>
            <p:ph type="ctrTitle"/>
          </p:nvPr>
        </p:nvSpPr>
        <p:spPr>
          <a:xfrm>
            <a:off x="2188418" y="-1357311"/>
            <a:ext cx="9220945" cy="3095624"/>
          </a:xfrm>
        </p:spPr>
        <p:txBody>
          <a:bodyPr/>
          <a:lstStyle/>
          <a:p>
            <a:r>
              <a:rPr lang="en-GB" dirty="0">
                <a:latin typeface="Georgia" panose="02040502050405020303" pitchFamily="18" charset="0"/>
              </a:rPr>
              <a:t>CAPSTONE PROJECT </a:t>
            </a:r>
            <a:endParaRPr lang="en-US" dirty="0">
              <a:latin typeface="Georgia" panose="02040502050405020303" pitchFamily="18" charset="0"/>
            </a:endParaRPr>
          </a:p>
        </p:txBody>
      </p:sp>
      <p:sp>
        <p:nvSpPr>
          <p:cNvPr id="3" name="Subtitle 2">
            <a:extLst>
              <a:ext uri="{FF2B5EF4-FFF2-40B4-BE49-F238E27FC236}">
                <a16:creationId xmlns:a16="http://schemas.microsoft.com/office/drawing/2014/main" id="{948EB18A-48BC-E108-6EA5-1A69264E40FD}"/>
              </a:ext>
            </a:extLst>
          </p:cNvPr>
          <p:cNvSpPr>
            <a:spLocks noGrp="1"/>
          </p:cNvSpPr>
          <p:nvPr>
            <p:ph type="subTitle" idx="1"/>
          </p:nvPr>
        </p:nvSpPr>
        <p:spPr>
          <a:xfrm>
            <a:off x="1718889" y="3779044"/>
            <a:ext cx="8825658" cy="2245519"/>
          </a:xfrm>
        </p:spPr>
        <p:txBody>
          <a:bodyPr/>
          <a:lstStyle/>
          <a:p>
            <a:r>
              <a:rPr lang="en-GB" dirty="0">
                <a:latin typeface="Georgia" panose="02040502050405020303" pitchFamily="18" charset="0"/>
              </a:rPr>
              <a:t>Presented by: </a:t>
            </a:r>
          </a:p>
          <a:p>
            <a:r>
              <a:rPr lang="en-GB" dirty="0">
                <a:latin typeface="Georgia" panose="02040502050405020303" pitchFamily="18" charset="0"/>
              </a:rPr>
              <a:t> </a:t>
            </a:r>
            <a:r>
              <a:rPr lang="en-GB" dirty="0" err="1">
                <a:latin typeface="Georgia" panose="02040502050405020303" pitchFamily="18" charset="0"/>
              </a:rPr>
              <a:t>Asna</a:t>
            </a:r>
            <a:r>
              <a:rPr lang="en-GB" dirty="0">
                <a:latin typeface="Georgia" panose="02040502050405020303" pitchFamily="18" charset="0"/>
              </a:rPr>
              <a:t> </a:t>
            </a:r>
            <a:r>
              <a:rPr lang="en-GB" dirty="0" err="1">
                <a:latin typeface="Georgia" panose="02040502050405020303" pitchFamily="18" charset="0"/>
              </a:rPr>
              <a:t>Faizeen</a:t>
            </a:r>
            <a:r>
              <a:rPr lang="en-GB" dirty="0">
                <a:latin typeface="Georgia" panose="02040502050405020303" pitchFamily="18" charset="0"/>
              </a:rPr>
              <a:t> – </a:t>
            </a:r>
            <a:r>
              <a:rPr lang="en-GB" dirty="0" err="1">
                <a:latin typeface="Georgia" panose="02040502050405020303" pitchFamily="18" charset="0"/>
              </a:rPr>
              <a:t>saanvi</a:t>
            </a:r>
            <a:r>
              <a:rPr lang="en-GB" dirty="0">
                <a:latin typeface="Georgia" panose="02040502050405020303" pitchFamily="18" charset="0"/>
              </a:rPr>
              <a:t> women’s degree college - computer Applications </a:t>
            </a:r>
            <a:r>
              <a:rPr lang="en-GB" dirty="0" err="1">
                <a:latin typeface="Georgia" panose="02040502050405020303" pitchFamily="18" charset="0"/>
              </a:rPr>
              <a:t>Aicte</a:t>
            </a:r>
            <a:r>
              <a:rPr lang="en-GB" dirty="0">
                <a:latin typeface="Georgia" panose="02040502050405020303" pitchFamily="18" charset="0"/>
              </a:rPr>
              <a:t>  internship program </a:t>
            </a:r>
            <a:endParaRPr lang="en-US" dirty="0">
              <a:latin typeface="Georgia" panose="02040502050405020303" pitchFamily="18" charset="0"/>
            </a:endParaRPr>
          </a:p>
        </p:txBody>
      </p:sp>
      <p:sp>
        <p:nvSpPr>
          <p:cNvPr id="5" name="Title 1">
            <a:extLst>
              <a:ext uri="{FF2B5EF4-FFF2-40B4-BE49-F238E27FC236}">
                <a16:creationId xmlns:a16="http://schemas.microsoft.com/office/drawing/2014/main" id="{93460912-F8EF-35DB-2B5B-44E52E761DD6}"/>
              </a:ext>
            </a:extLst>
          </p:cNvPr>
          <p:cNvSpPr>
            <a:spLocks noGrp="1"/>
          </p:cNvSpPr>
          <p:nvPr>
            <p:ph type="ctrTitle"/>
          </p:nvPr>
        </p:nvSpPr>
        <p:spPr>
          <a:xfrm>
            <a:off x="1964531" y="2345531"/>
            <a:ext cx="8334374" cy="762000"/>
          </a:xfrm>
        </p:spPr>
        <p:txBody>
          <a:bodyPr/>
          <a:lstStyle/>
          <a:p>
            <a:r>
              <a:rPr lang="en-GB" sz="3200" dirty="0">
                <a:latin typeface="Georgia" panose="02040502050405020303" pitchFamily="18" charset="0"/>
              </a:rPr>
              <a:t>Employee Salary Prediction Using Machine </a:t>
            </a:r>
            <a:endParaRPr lang="en-US" sz="3200" dirty="0">
              <a:latin typeface="Georgia" panose="02040502050405020303" pitchFamily="18" charset="0"/>
            </a:endParaRPr>
          </a:p>
        </p:txBody>
      </p:sp>
      <p:sp>
        <p:nvSpPr>
          <p:cNvPr id="7" name="Title 1">
            <a:extLst>
              <a:ext uri="{FF2B5EF4-FFF2-40B4-BE49-F238E27FC236}">
                <a16:creationId xmlns:a16="http://schemas.microsoft.com/office/drawing/2014/main" id="{36A90C07-A266-9670-6C6B-F4496F0DDE4D}"/>
              </a:ext>
            </a:extLst>
          </p:cNvPr>
          <p:cNvSpPr>
            <a:spLocks noGrp="1"/>
          </p:cNvSpPr>
          <p:nvPr>
            <p:ph type="ctrTitle"/>
          </p:nvPr>
        </p:nvSpPr>
        <p:spPr>
          <a:xfrm>
            <a:off x="4532663" y="833437"/>
            <a:ext cx="8073231" cy="2750344"/>
          </a:xfrm>
        </p:spPr>
        <p:txBody>
          <a:bodyPr/>
          <a:lstStyle/>
          <a:p>
            <a:r>
              <a:rPr lang="en-GB" sz="3200" dirty="0">
                <a:latin typeface="Georgia" panose="02040502050405020303" pitchFamily="18" charset="0"/>
              </a:rPr>
              <a:t>Algorithms </a:t>
            </a:r>
            <a:endParaRPr lang="en-US" sz="3200" dirty="0">
              <a:latin typeface="Georgia" panose="02040502050405020303" pitchFamily="18" charset="0"/>
            </a:endParaRPr>
          </a:p>
        </p:txBody>
      </p:sp>
    </p:spTree>
    <p:extLst>
      <p:ext uri="{BB962C8B-B14F-4D97-AF65-F5344CB8AC3E}">
        <p14:creationId xmlns:p14="http://schemas.microsoft.com/office/powerpoint/2010/main" val="1523160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E99B6-291D-5629-29EA-A9B420203E18}"/>
              </a:ext>
            </a:extLst>
          </p:cNvPr>
          <p:cNvSpPr>
            <a:spLocks noGrp="1"/>
          </p:cNvSpPr>
          <p:nvPr>
            <p:ph type="title"/>
          </p:nvPr>
        </p:nvSpPr>
        <p:spPr/>
        <p:txBody>
          <a:bodyPr/>
          <a:lstStyle/>
          <a:p>
            <a:r>
              <a:rPr lang="en-GB" dirty="0">
                <a:latin typeface="Georgia" panose="02040502050405020303" pitchFamily="18" charset="0"/>
              </a:rPr>
              <a:t>OUTLINE </a:t>
            </a:r>
            <a:endParaRPr lang="en-US" dirty="0">
              <a:latin typeface="Georgia" panose="02040502050405020303" pitchFamily="18" charset="0"/>
            </a:endParaRPr>
          </a:p>
        </p:txBody>
      </p:sp>
      <p:sp>
        <p:nvSpPr>
          <p:cNvPr id="3" name="Content Placeholder 2">
            <a:extLst>
              <a:ext uri="{FF2B5EF4-FFF2-40B4-BE49-F238E27FC236}">
                <a16:creationId xmlns:a16="http://schemas.microsoft.com/office/drawing/2014/main" id="{9DEDD43C-F17E-8DAB-A0C7-90E1EC124D15}"/>
              </a:ext>
            </a:extLst>
          </p:cNvPr>
          <p:cNvSpPr>
            <a:spLocks noGrp="1"/>
          </p:cNvSpPr>
          <p:nvPr>
            <p:ph idx="1"/>
          </p:nvPr>
        </p:nvSpPr>
        <p:spPr/>
        <p:txBody>
          <a:bodyPr/>
          <a:lstStyle/>
          <a:p>
            <a:r>
              <a:rPr lang="en-GB" dirty="0">
                <a:latin typeface="Georgia" panose="02040502050405020303" pitchFamily="18" charset="0"/>
              </a:rPr>
              <a:t>Problem Statement </a:t>
            </a:r>
          </a:p>
          <a:p>
            <a:r>
              <a:rPr lang="en-GB" dirty="0">
                <a:latin typeface="Georgia" panose="02040502050405020303" pitchFamily="18" charset="0"/>
              </a:rPr>
              <a:t>System Development Approach </a:t>
            </a:r>
          </a:p>
          <a:p>
            <a:r>
              <a:rPr lang="en-GB" dirty="0">
                <a:latin typeface="Georgia" panose="02040502050405020303" pitchFamily="18" charset="0"/>
              </a:rPr>
              <a:t>Algorithm &amp; Deployment </a:t>
            </a:r>
          </a:p>
          <a:p>
            <a:r>
              <a:rPr lang="en-GB" dirty="0">
                <a:latin typeface="Georgia" panose="02040502050405020303" pitchFamily="18" charset="0"/>
              </a:rPr>
              <a:t>Result </a:t>
            </a:r>
          </a:p>
          <a:p>
            <a:r>
              <a:rPr lang="en-GB" dirty="0">
                <a:latin typeface="Georgia" panose="02040502050405020303" pitchFamily="18" charset="0"/>
              </a:rPr>
              <a:t>Conclusion </a:t>
            </a:r>
          </a:p>
          <a:p>
            <a:r>
              <a:rPr lang="en-GB" dirty="0">
                <a:latin typeface="Georgia" panose="02040502050405020303" pitchFamily="18" charset="0"/>
              </a:rPr>
              <a:t>Future Scope </a:t>
            </a:r>
          </a:p>
          <a:p>
            <a:r>
              <a:rPr lang="en-GB" dirty="0">
                <a:latin typeface="Georgia" panose="02040502050405020303" pitchFamily="18" charset="0"/>
              </a:rPr>
              <a:t>References</a:t>
            </a:r>
            <a:endParaRPr lang="en-US" dirty="0">
              <a:latin typeface="Georgia" panose="02040502050405020303" pitchFamily="18" charset="0"/>
            </a:endParaRPr>
          </a:p>
        </p:txBody>
      </p:sp>
    </p:spTree>
    <p:extLst>
      <p:ext uri="{BB962C8B-B14F-4D97-AF65-F5344CB8AC3E}">
        <p14:creationId xmlns:p14="http://schemas.microsoft.com/office/powerpoint/2010/main" val="2734536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B5B9B-EB21-7A29-FC27-F05F4A9985B4}"/>
              </a:ext>
            </a:extLst>
          </p:cNvPr>
          <p:cNvSpPr>
            <a:spLocks noGrp="1"/>
          </p:cNvSpPr>
          <p:nvPr>
            <p:ph type="title"/>
          </p:nvPr>
        </p:nvSpPr>
        <p:spPr/>
        <p:txBody>
          <a:bodyPr/>
          <a:lstStyle/>
          <a:p>
            <a:r>
              <a:rPr lang="en-GB" dirty="0">
                <a:latin typeface="Georgia" panose="02040502050405020303" pitchFamily="18" charset="0"/>
              </a:rPr>
              <a:t>Problem Statement </a:t>
            </a:r>
            <a:endParaRPr lang="en-US" dirty="0">
              <a:latin typeface="Georgia" panose="02040502050405020303" pitchFamily="18" charset="0"/>
            </a:endParaRPr>
          </a:p>
        </p:txBody>
      </p:sp>
      <p:sp>
        <p:nvSpPr>
          <p:cNvPr id="3" name="Content Placeholder 2">
            <a:extLst>
              <a:ext uri="{FF2B5EF4-FFF2-40B4-BE49-F238E27FC236}">
                <a16:creationId xmlns:a16="http://schemas.microsoft.com/office/drawing/2014/main" id="{476B65D9-C63C-656A-9906-FF0E1DA06593}"/>
              </a:ext>
            </a:extLst>
          </p:cNvPr>
          <p:cNvSpPr>
            <a:spLocks noGrp="1"/>
          </p:cNvSpPr>
          <p:nvPr>
            <p:ph idx="1"/>
          </p:nvPr>
        </p:nvSpPr>
        <p:spPr/>
        <p:txBody>
          <a:bodyPr>
            <a:normAutofit/>
          </a:bodyPr>
          <a:lstStyle/>
          <a:p>
            <a:pPr marL="0" indent="0">
              <a:buNone/>
            </a:pPr>
            <a:r>
              <a:rPr lang="en-GB" dirty="0">
                <a:latin typeface="Georgia" panose="02040502050405020303" pitchFamily="18" charset="0"/>
              </a:rPr>
              <a:t>The project addresses the real-world challenge of predicting employee salaries based on various factors such as education, experience, and job role. With the growing demand for accurate salary benchmarks, companies need efficient models that can assist in resource planning and hiring decisions. The unstructured and inconsistent data from various industries makes manual analysis time-consuming. Traditional methods fail to account for non-linear relationships and patterns. Hence, an intelligent solution is required to enhance decision-making in HR and payroll systems.</a:t>
            </a:r>
          </a:p>
        </p:txBody>
      </p:sp>
    </p:spTree>
    <p:extLst>
      <p:ext uri="{BB962C8B-B14F-4D97-AF65-F5344CB8AC3E}">
        <p14:creationId xmlns:p14="http://schemas.microsoft.com/office/powerpoint/2010/main" val="2654773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AC0B9-AD1D-3EE9-D2CF-1B6D6547233B}"/>
              </a:ext>
            </a:extLst>
          </p:cNvPr>
          <p:cNvSpPr>
            <a:spLocks noGrp="1"/>
          </p:cNvSpPr>
          <p:nvPr>
            <p:ph type="title"/>
          </p:nvPr>
        </p:nvSpPr>
        <p:spPr/>
        <p:txBody>
          <a:bodyPr/>
          <a:lstStyle/>
          <a:p>
            <a:r>
              <a:rPr lang="en-GB" sz="4000" dirty="0">
                <a:latin typeface="Georgia" panose="02040502050405020303" pitchFamily="18" charset="0"/>
              </a:rPr>
              <a:t>System Development Approach </a:t>
            </a:r>
            <a:endParaRPr lang="en-US" sz="4000" dirty="0">
              <a:latin typeface="Georgia" panose="02040502050405020303" pitchFamily="18" charset="0"/>
            </a:endParaRPr>
          </a:p>
        </p:txBody>
      </p:sp>
      <p:sp>
        <p:nvSpPr>
          <p:cNvPr id="3" name="Content Placeholder 2">
            <a:extLst>
              <a:ext uri="{FF2B5EF4-FFF2-40B4-BE49-F238E27FC236}">
                <a16:creationId xmlns:a16="http://schemas.microsoft.com/office/drawing/2014/main" id="{12F30DB2-889E-09D9-C248-86D6792F6A44}"/>
              </a:ext>
            </a:extLst>
          </p:cNvPr>
          <p:cNvSpPr>
            <a:spLocks noGrp="1"/>
          </p:cNvSpPr>
          <p:nvPr>
            <p:ph idx="1"/>
          </p:nvPr>
        </p:nvSpPr>
        <p:spPr/>
        <p:txBody>
          <a:bodyPr>
            <a:normAutofit/>
          </a:bodyPr>
          <a:lstStyle/>
          <a:p>
            <a:pPr marL="0" indent="0">
              <a:buNone/>
            </a:pPr>
            <a:r>
              <a:rPr lang="en-GB" dirty="0">
                <a:latin typeface="Georgia" panose="02040502050405020303" pitchFamily="18" charset="0"/>
              </a:rPr>
              <a:t>The System was developed using a machine learning-based approach in python. Data </a:t>
            </a:r>
            <a:r>
              <a:rPr lang="en-GB" dirty="0" err="1">
                <a:latin typeface="Georgia" panose="02040502050405020303" pitchFamily="18" charset="0"/>
              </a:rPr>
              <a:t>preprocessing</a:t>
            </a:r>
            <a:r>
              <a:rPr lang="en-GB" dirty="0">
                <a:latin typeface="Georgia" panose="02040502050405020303" pitchFamily="18" charset="0"/>
              </a:rPr>
              <a:t> involved cleaning and encoding categorical variables, followed by applying suitable models.</a:t>
            </a:r>
          </a:p>
          <a:p>
            <a:pPr marL="0" indent="0">
              <a:buNone/>
            </a:pPr>
            <a:r>
              <a:rPr lang="en-GB" dirty="0">
                <a:latin typeface="Georgia" panose="02040502050405020303" pitchFamily="18" charset="0"/>
              </a:rPr>
              <a:t>Libraries used:</a:t>
            </a:r>
          </a:p>
          <a:p>
            <a:pPr marL="0" indent="0">
              <a:buNone/>
            </a:pPr>
            <a:r>
              <a:rPr lang="en-GB" dirty="0">
                <a:latin typeface="Georgia" panose="02040502050405020303" pitchFamily="18" charset="0"/>
              </a:rPr>
              <a:t>1.Pandas</a:t>
            </a:r>
          </a:p>
          <a:p>
            <a:pPr marL="0" indent="0">
              <a:buNone/>
            </a:pPr>
            <a:r>
              <a:rPr lang="en-GB" dirty="0">
                <a:latin typeface="Georgia" panose="02040502050405020303" pitchFamily="18" charset="0"/>
              </a:rPr>
              <a:t>2. </a:t>
            </a:r>
            <a:r>
              <a:rPr lang="en-GB" dirty="0" err="1">
                <a:latin typeface="Georgia" panose="02040502050405020303" pitchFamily="18" charset="0"/>
              </a:rPr>
              <a:t>Numpy</a:t>
            </a:r>
            <a:endParaRPr lang="en-GB" dirty="0">
              <a:latin typeface="Georgia" panose="02040502050405020303" pitchFamily="18" charset="0"/>
            </a:endParaRPr>
          </a:p>
          <a:p>
            <a:pPr marL="0" indent="0">
              <a:buNone/>
            </a:pPr>
            <a:r>
              <a:rPr lang="en-GB" dirty="0">
                <a:latin typeface="Georgia" panose="02040502050405020303" pitchFamily="18" charset="0"/>
              </a:rPr>
              <a:t>3. </a:t>
            </a:r>
            <a:r>
              <a:rPr lang="en-GB" dirty="0" err="1">
                <a:latin typeface="Georgia" panose="02040502050405020303" pitchFamily="18" charset="0"/>
              </a:rPr>
              <a:t>Scikit</a:t>
            </a:r>
            <a:r>
              <a:rPr lang="en-GB" dirty="0">
                <a:latin typeface="Georgia" panose="02040502050405020303" pitchFamily="18" charset="0"/>
              </a:rPr>
              <a:t>-learn </a:t>
            </a:r>
          </a:p>
          <a:p>
            <a:pPr marL="0" indent="0">
              <a:buNone/>
            </a:pPr>
            <a:r>
              <a:rPr lang="en-GB" dirty="0">
                <a:latin typeface="Georgia" panose="02040502050405020303" pitchFamily="18" charset="0"/>
              </a:rPr>
              <a:t>4. Imbalanced-learn</a:t>
            </a:r>
          </a:p>
          <a:p>
            <a:pPr marL="0" indent="0">
              <a:buNone/>
            </a:pPr>
            <a:r>
              <a:rPr lang="en-GB" dirty="0">
                <a:latin typeface="Georgia" panose="02040502050405020303" pitchFamily="18" charset="0"/>
              </a:rPr>
              <a:t>5. </a:t>
            </a:r>
            <a:r>
              <a:rPr lang="en-GB" dirty="0" err="1">
                <a:latin typeface="Georgia" panose="02040502050405020303" pitchFamily="18" charset="0"/>
              </a:rPr>
              <a:t>Streamlit</a:t>
            </a:r>
            <a:r>
              <a:rPr lang="en-GB" dirty="0">
                <a:latin typeface="Georgia" panose="02040502050405020303" pitchFamily="18" charset="0"/>
              </a:rPr>
              <a:t> </a:t>
            </a:r>
          </a:p>
        </p:txBody>
      </p:sp>
    </p:spTree>
    <p:extLst>
      <p:ext uri="{BB962C8B-B14F-4D97-AF65-F5344CB8AC3E}">
        <p14:creationId xmlns:p14="http://schemas.microsoft.com/office/powerpoint/2010/main" val="154718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62F21-3344-3B52-E7A6-64D7308C57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905AA9-E3FC-A2D7-721A-B94569355C8F}"/>
              </a:ext>
            </a:extLst>
          </p:cNvPr>
          <p:cNvSpPr>
            <a:spLocks noGrp="1"/>
          </p:cNvSpPr>
          <p:nvPr>
            <p:ph idx="1"/>
          </p:nvPr>
        </p:nvSpPr>
        <p:spPr/>
        <p:txBody>
          <a:bodyPr/>
          <a:lstStyle/>
          <a:p>
            <a:pPr marL="0" indent="0">
              <a:buNone/>
            </a:pPr>
            <a:r>
              <a:rPr lang="en-GB" dirty="0">
                <a:latin typeface="Georgia" panose="02040502050405020303" pitchFamily="18" charset="0"/>
              </a:rPr>
              <a:t>System Requirements:</a:t>
            </a:r>
          </a:p>
          <a:p>
            <a:pPr>
              <a:buAutoNum type="arabicPeriod"/>
            </a:pPr>
            <a:r>
              <a:rPr lang="en-GB" dirty="0">
                <a:latin typeface="Georgia" panose="02040502050405020303" pitchFamily="18" charset="0"/>
              </a:rPr>
              <a:t>Python 3.10+</a:t>
            </a:r>
          </a:p>
          <a:p>
            <a:pPr>
              <a:buAutoNum type="arabicPeriod"/>
            </a:pPr>
            <a:r>
              <a:rPr lang="en-GB" dirty="0">
                <a:latin typeface="Georgia" panose="02040502050405020303" pitchFamily="18" charset="0"/>
              </a:rPr>
              <a:t>Google </a:t>
            </a:r>
            <a:r>
              <a:rPr lang="en-GB" dirty="0" err="1">
                <a:latin typeface="Georgia" panose="02040502050405020303" pitchFamily="18" charset="0"/>
              </a:rPr>
              <a:t>Colab</a:t>
            </a:r>
            <a:r>
              <a:rPr lang="en-GB" dirty="0">
                <a:latin typeface="Georgia" panose="02040502050405020303" pitchFamily="18" charset="0"/>
              </a:rPr>
              <a:t> </a:t>
            </a:r>
          </a:p>
          <a:p>
            <a:pPr>
              <a:buAutoNum type="arabicPeriod"/>
            </a:pPr>
            <a:r>
              <a:rPr lang="en-GB" dirty="0">
                <a:latin typeface="Georgia" panose="02040502050405020303" pitchFamily="18" charset="0"/>
              </a:rPr>
              <a:t>Web browser </a:t>
            </a:r>
          </a:p>
        </p:txBody>
      </p:sp>
    </p:spTree>
    <p:extLst>
      <p:ext uri="{BB962C8B-B14F-4D97-AF65-F5344CB8AC3E}">
        <p14:creationId xmlns:p14="http://schemas.microsoft.com/office/powerpoint/2010/main" val="1179471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F8C2B-599E-56C3-FD69-CE106C9EA08D}"/>
              </a:ext>
            </a:extLst>
          </p:cNvPr>
          <p:cNvSpPr>
            <a:spLocks noGrp="1"/>
          </p:cNvSpPr>
          <p:nvPr>
            <p:ph type="title"/>
          </p:nvPr>
        </p:nvSpPr>
        <p:spPr/>
        <p:txBody>
          <a:bodyPr/>
          <a:lstStyle/>
          <a:p>
            <a:r>
              <a:rPr lang="en-GB" dirty="0">
                <a:latin typeface="Georgia" panose="02040502050405020303" pitchFamily="18" charset="0"/>
              </a:rPr>
              <a:t>Algorithm &amp; Deployment </a:t>
            </a:r>
            <a:endParaRPr lang="en-US" dirty="0">
              <a:latin typeface="Georgia" panose="02040502050405020303" pitchFamily="18" charset="0"/>
            </a:endParaRPr>
          </a:p>
        </p:txBody>
      </p:sp>
      <p:sp>
        <p:nvSpPr>
          <p:cNvPr id="3" name="Content Placeholder 2">
            <a:extLst>
              <a:ext uri="{FF2B5EF4-FFF2-40B4-BE49-F238E27FC236}">
                <a16:creationId xmlns:a16="http://schemas.microsoft.com/office/drawing/2014/main" id="{0FF8E160-877F-DAB3-9AAB-0F81A741423E}"/>
              </a:ext>
            </a:extLst>
          </p:cNvPr>
          <p:cNvSpPr>
            <a:spLocks noGrp="1"/>
          </p:cNvSpPr>
          <p:nvPr>
            <p:ph idx="1"/>
          </p:nvPr>
        </p:nvSpPr>
        <p:spPr/>
        <p:txBody>
          <a:bodyPr>
            <a:normAutofit/>
          </a:bodyPr>
          <a:lstStyle/>
          <a:p>
            <a:pPr marL="0" indent="0">
              <a:buNone/>
            </a:pPr>
            <a:r>
              <a:rPr lang="en-GB" dirty="0">
                <a:latin typeface="Georgia" panose="02040502050405020303" pitchFamily="18" charset="0"/>
              </a:rPr>
              <a:t>Step-by-Step Procedure:
1. Import the dataset and explore it using pandas.
2. Perform data cleaning (remove nulls, encode categories).
3. Split the data into training and testing sets.
4. Train the model using Random Forest Classifier.
5. Apply Linear Regression for predicting salary values.
6. Evaluate the model using accuracy score and classification report.
7. Save the model using </a:t>
            </a:r>
            <a:r>
              <a:rPr lang="en-GB" dirty="0" err="1">
                <a:latin typeface="Georgia" panose="02040502050405020303" pitchFamily="18" charset="0"/>
              </a:rPr>
              <a:t>joblib</a:t>
            </a:r>
            <a:r>
              <a:rPr lang="en-GB" dirty="0">
                <a:latin typeface="Georgia" panose="02040502050405020303" pitchFamily="18" charset="0"/>
              </a:rPr>
              <a:t>.</a:t>
            </a:r>
            <a:endParaRPr lang="en-US" dirty="0">
              <a:latin typeface="Georgia" panose="02040502050405020303" pitchFamily="18" charset="0"/>
            </a:endParaRPr>
          </a:p>
        </p:txBody>
      </p:sp>
    </p:spTree>
    <p:extLst>
      <p:ext uri="{BB962C8B-B14F-4D97-AF65-F5344CB8AC3E}">
        <p14:creationId xmlns:p14="http://schemas.microsoft.com/office/powerpoint/2010/main" val="1446825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E0C1F-DC97-5926-8B2B-6E9AD187976D}"/>
              </a:ext>
            </a:extLst>
          </p:cNvPr>
          <p:cNvSpPr>
            <a:spLocks noGrp="1"/>
          </p:cNvSpPr>
          <p:nvPr>
            <p:ph type="title"/>
          </p:nvPr>
        </p:nvSpPr>
        <p:spPr/>
        <p:txBody>
          <a:bodyPr/>
          <a:lstStyle/>
          <a:p>
            <a:r>
              <a:rPr lang="en-GB" sz="4000" dirty="0">
                <a:latin typeface="Georgia" panose="02040502050405020303" pitchFamily="18" charset="0"/>
              </a:rPr>
              <a:t>Result </a:t>
            </a:r>
            <a:endParaRPr lang="en-US" sz="4000" dirty="0">
              <a:latin typeface="Georgia" panose="02040502050405020303" pitchFamily="18" charset="0"/>
            </a:endParaRPr>
          </a:p>
        </p:txBody>
      </p:sp>
      <p:pic>
        <p:nvPicPr>
          <p:cNvPr id="4" name="Content Placeholder 3">
            <a:extLst>
              <a:ext uri="{FF2B5EF4-FFF2-40B4-BE49-F238E27FC236}">
                <a16:creationId xmlns:a16="http://schemas.microsoft.com/office/drawing/2014/main" id="{D153393F-2E55-37C4-71A5-15681A5E6F9D}"/>
              </a:ext>
            </a:extLst>
          </p:cNvPr>
          <p:cNvPicPr>
            <a:picLocks noGrp="1" noChangeAspect="1"/>
          </p:cNvPicPr>
          <p:nvPr>
            <p:ph idx="1"/>
          </p:nvPr>
        </p:nvPicPr>
        <p:blipFill>
          <a:blip r:embed="rId2"/>
          <a:stretch>
            <a:fillRect/>
          </a:stretch>
        </p:blipFill>
        <p:spPr>
          <a:xfrm>
            <a:off x="1988345" y="2440781"/>
            <a:ext cx="7298530" cy="3641441"/>
          </a:xfrm>
        </p:spPr>
      </p:pic>
      <p:pic>
        <p:nvPicPr>
          <p:cNvPr id="5" name="Picture 4">
            <a:extLst>
              <a:ext uri="{FF2B5EF4-FFF2-40B4-BE49-F238E27FC236}">
                <a16:creationId xmlns:a16="http://schemas.microsoft.com/office/drawing/2014/main" id="{50DC8D2F-AEBE-8BA0-F0D4-680674CF6801}"/>
              </a:ext>
            </a:extLst>
          </p:cNvPr>
          <p:cNvPicPr>
            <a:picLocks noChangeAspect="1"/>
          </p:cNvPicPr>
          <p:nvPr/>
        </p:nvPicPr>
        <p:blipFill>
          <a:blip r:embed="rId3"/>
          <a:stretch>
            <a:fillRect/>
          </a:stretch>
        </p:blipFill>
        <p:spPr>
          <a:xfrm>
            <a:off x="4619625" y="8780178"/>
            <a:ext cx="6221398" cy="5418667"/>
          </a:xfrm>
          <a:prstGeom prst="rect">
            <a:avLst/>
          </a:prstGeom>
        </p:spPr>
      </p:pic>
    </p:spTree>
    <p:extLst>
      <p:ext uri="{BB962C8B-B14F-4D97-AF65-F5344CB8AC3E}">
        <p14:creationId xmlns:p14="http://schemas.microsoft.com/office/powerpoint/2010/main" val="3154190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5C804-BD7F-400C-9EDE-04268B9D8628}"/>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31B8F0A-6226-4840-B3F4-5FA04EB8EDCB}"/>
              </a:ext>
            </a:extLst>
          </p:cNvPr>
          <p:cNvPicPr>
            <a:picLocks noGrp="1" noChangeAspect="1"/>
          </p:cNvPicPr>
          <p:nvPr>
            <p:ph idx="1"/>
          </p:nvPr>
        </p:nvPicPr>
        <p:blipFill>
          <a:blip r:embed="rId2"/>
          <a:stretch>
            <a:fillRect/>
          </a:stretch>
        </p:blipFill>
        <p:spPr>
          <a:xfrm>
            <a:off x="3238499" y="3215479"/>
            <a:ext cx="5750720" cy="3416300"/>
          </a:xfrm>
        </p:spPr>
      </p:pic>
      <p:pic>
        <p:nvPicPr>
          <p:cNvPr id="5" name="Picture 4">
            <a:extLst>
              <a:ext uri="{FF2B5EF4-FFF2-40B4-BE49-F238E27FC236}">
                <a16:creationId xmlns:a16="http://schemas.microsoft.com/office/drawing/2014/main" id="{48C9F684-0813-BE07-10C2-A5031A16D262}"/>
              </a:ext>
            </a:extLst>
          </p:cNvPr>
          <p:cNvPicPr>
            <a:picLocks noChangeAspect="1"/>
          </p:cNvPicPr>
          <p:nvPr/>
        </p:nvPicPr>
        <p:blipFill>
          <a:blip r:embed="rId3"/>
          <a:stretch>
            <a:fillRect/>
          </a:stretch>
        </p:blipFill>
        <p:spPr>
          <a:xfrm>
            <a:off x="5787849" y="0"/>
            <a:ext cx="6130306" cy="3003021"/>
          </a:xfrm>
          <a:prstGeom prst="rect">
            <a:avLst/>
          </a:prstGeom>
        </p:spPr>
      </p:pic>
      <p:pic>
        <p:nvPicPr>
          <p:cNvPr id="7" name="Picture 6">
            <a:extLst>
              <a:ext uri="{FF2B5EF4-FFF2-40B4-BE49-F238E27FC236}">
                <a16:creationId xmlns:a16="http://schemas.microsoft.com/office/drawing/2014/main" id="{547B2616-5676-14E0-9A29-F21DFADA8EA3}"/>
              </a:ext>
            </a:extLst>
          </p:cNvPr>
          <p:cNvPicPr>
            <a:picLocks noChangeAspect="1"/>
          </p:cNvPicPr>
          <p:nvPr/>
        </p:nvPicPr>
        <p:blipFill>
          <a:blip r:embed="rId4"/>
          <a:stretch>
            <a:fillRect/>
          </a:stretch>
        </p:blipFill>
        <p:spPr>
          <a:xfrm>
            <a:off x="273845" y="73288"/>
            <a:ext cx="5514004" cy="2464592"/>
          </a:xfrm>
          <a:prstGeom prst="rect">
            <a:avLst/>
          </a:prstGeom>
        </p:spPr>
      </p:pic>
    </p:spTree>
    <p:extLst>
      <p:ext uri="{BB962C8B-B14F-4D97-AF65-F5344CB8AC3E}">
        <p14:creationId xmlns:p14="http://schemas.microsoft.com/office/powerpoint/2010/main" val="3152852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7AE2657-6BE5-C3BB-4DDE-6A1C38AF4A86}"/>
              </a:ext>
            </a:extLst>
          </p:cNvPr>
          <p:cNvSpPr>
            <a:spLocks noGrp="1"/>
          </p:cNvSpPr>
          <p:nvPr>
            <p:ph idx="1"/>
          </p:nvPr>
        </p:nvSpPr>
        <p:spPr>
          <a:xfrm>
            <a:off x="934689" y="1071563"/>
            <a:ext cx="8825659" cy="714375"/>
          </a:xfrm>
        </p:spPr>
        <p:txBody>
          <a:bodyPr/>
          <a:lstStyle/>
          <a:p>
            <a:pPr marL="0" indent="0">
              <a:buNone/>
            </a:pPr>
            <a:r>
              <a:rPr lang="en-GB" dirty="0">
                <a:solidFill>
                  <a:schemeClr val="bg1"/>
                </a:solidFill>
                <a:latin typeface="Georgia" panose="02040502050405020303" pitchFamily="18" charset="0"/>
              </a:rPr>
              <a:t>GitHub </a:t>
            </a:r>
            <a:r>
              <a:rPr lang="en-GB" dirty="0" err="1">
                <a:solidFill>
                  <a:schemeClr val="bg1"/>
                </a:solidFill>
                <a:latin typeface="Georgia" panose="02040502050405020303" pitchFamily="18" charset="0"/>
              </a:rPr>
              <a:t>Responsitory</a:t>
            </a:r>
            <a:r>
              <a:rPr lang="en-GB" dirty="0">
                <a:solidFill>
                  <a:schemeClr val="bg1"/>
                </a:solidFill>
                <a:latin typeface="Georgia" panose="02040502050405020303" pitchFamily="18" charset="0"/>
              </a:rPr>
              <a:t> Link: https://github.com/asnafaizeen11/Employee-Salary-Prediction.git</a:t>
            </a:r>
            <a:endParaRPr lang="en-US" dirty="0">
              <a:solidFill>
                <a:schemeClr val="bg1"/>
              </a:solidFill>
              <a:latin typeface="Georgia" panose="02040502050405020303" pitchFamily="18" charset="0"/>
            </a:endParaRPr>
          </a:p>
        </p:txBody>
      </p:sp>
      <p:pic>
        <p:nvPicPr>
          <p:cNvPr id="10" name="Picture 9">
            <a:extLst>
              <a:ext uri="{FF2B5EF4-FFF2-40B4-BE49-F238E27FC236}">
                <a16:creationId xmlns:a16="http://schemas.microsoft.com/office/drawing/2014/main" id="{D8B0B1B5-7DFB-BD8D-20A4-1CF3541B49EA}"/>
              </a:ext>
            </a:extLst>
          </p:cNvPr>
          <p:cNvPicPr>
            <a:picLocks noChangeAspect="1"/>
          </p:cNvPicPr>
          <p:nvPr/>
        </p:nvPicPr>
        <p:blipFill>
          <a:blip r:embed="rId2"/>
          <a:stretch>
            <a:fillRect/>
          </a:stretch>
        </p:blipFill>
        <p:spPr>
          <a:xfrm>
            <a:off x="2667000" y="2559844"/>
            <a:ext cx="6858000" cy="3726655"/>
          </a:xfrm>
          <a:prstGeom prst="rect">
            <a:avLst/>
          </a:prstGeom>
        </p:spPr>
      </p:pic>
    </p:spTree>
    <p:extLst>
      <p:ext uri="{BB962C8B-B14F-4D97-AF65-F5344CB8AC3E}">
        <p14:creationId xmlns:p14="http://schemas.microsoft.com/office/powerpoint/2010/main" val="3534278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AD17-B865-2B0D-3225-8BED780B0800}"/>
              </a:ext>
            </a:extLst>
          </p:cNvPr>
          <p:cNvSpPr>
            <a:spLocks noGrp="1"/>
          </p:cNvSpPr>
          <p:nvPr>
            <p:ph type="title"/>
          </p:nvPr>
        </p:nvSpPr>
        <p:spPr/>
        <p:txBody>
          <a:bodyPr/>
          <a:lstStyle/>
          <a:p>
            <a:r>
              <a:rPr lang="en-GB" sz="4000" dirty="0">
                <a:latin typeface="Georgia" panose="02040502050405020303" pitchFamily="18" charset="0"/>
              </a:rPr>
              <a:t>Conclusion </a:t>
            </a:r>
            <a:endParaRPr lang="en-US" sz="4000" dirty="0">
              <a:latin typeface="Georgia" panose="02040502050405020303" pitchFamily="18" charset="0"/>
            </a:endParaRPr>
          </a:p>
        </p:txBody>
      </p:sp>
      <p:sp>
        <p:nvSpPr>
          <p:cNvPr id="3" name="Content Placeholder 2">
            <a:extLst>
              <a:ext uri="{FF2B5EF4-FFF2-40B4-BE49-F238E27FC236}">
                <a16:creationId xmlns:a16="http://schemas.microsoft.com/office/drawing/2014/main" id="{0128B2F2-DF33-F467-4A18-7D72F6439DB3}"/>
              </a:ext>
            </a:extLst>
          </p:cNvPr>
          <p:cNvSpPr>
            <a:spLocks noGrp="1"/>
          </p:cNvSpPr>
          <p:nvPr>
            <p:ph idx="1"/>
          </p:nvPr>
        </p:nvSpPr>
        <p:spPr/>
        <p:txBody>
          <a:bodyPr>
            <a:normAutofit/>
          </a:bodyPr>
          <a:lstStyle/>
          <a:p>
            <a:pPr marL="0" indent="0">
              <a:buNone/>
            </a:pPr>
            <a:r>
              <a:rPr lang="en-GB" dirty="0">
                <a:latin typeface="Georgia" panose="02040502050405020303" pitchFamily="18" charset="0"/>
              </a:rPr>
              <a:t>This project successfully demonstrates how machine learning can be used to predict employee salaries with considerable accuracy. The Random Forest and Linear Regression models provided insights into salary trends based on various attributes. Challenges included handling categorical variables, optimizing model accuracy, and deploying the solution. Future improvements may include using deep learning techniques or integrating with HR management software.</a:t>
            </a:r>
            <a:endParaRPr lang="en-US" dirty="0">
              <a:latin typeface="Georgia" panose="02040502050405020303" pitchFamily="18" charset="0"/>
            </a:endParaRPr>
          </a:p>
        </p:txBody>
      </p:sp>
    </p:spTree>
    <p:extLst>
      <p:ext uri="{BB962C8B-B14F-4D97-AF65-F5344CB8AC3E}">
        <p14:creationId xmlns:p14="http://schemas.microsoft.com/office/powerpoint/2010/main" val="989870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3E78-B209-1A47-F5A4-FA0F19777C4F}"/>
              </a:ext>
            </a:extLst>
          </p:cNvPr>
          <p:cNvSpPr>
            <a:spLocks noGrp="1"/>
          </p:cNvSpPr>
          <p:nvPr>
            <p:ph type="title"/>
          </p:nvPr>
        </p:nvSpPr>
        <p:spPr/>
        <p:txBody>
          <a:bodyPr/>
          <a:lstStyle/>
          <a:p>
            <a:r>
              <a:rPr lang="en-GB" sz="4000" dirty="0">
                <a:latin typeface="Georgia" panose="02040502050405020303" pitchFamily="18" charset="0"/>
              </a:rPr>
              <a:t>Future Scope </a:t>
            </a:r>
            <a:endParaRPr lang="en-US" sz="4000" dirty="0">
              <a:latin typeface="Georgia" panose="02040502050405020303" pitchFamily="18" charset="0"/>
            </a:endParaRPr>
          </a:p>
        </p:txBody>
      </p:sp>
      <p:sp>
        <p:nvSpPr>
          <p:cNvPr id="3" name="Content Placeholder 2">
            <a:extLst>
              <a:ext uri="{FF2B5EF4-FFF2-40B4-BE49-F238E27FC236}">
                <a16:creationId xmlns:a16="http://schemas.microsoft.com/office/drawing/2014/main" id="{4496416E-087F-353A-E3A4-88ECFB3386CB}"/>
              </a:ext>
            </a:extLst>
          </p:cNvPr>
          <p:cNvSpPr>
            <a:spLocks noGrp="1"/>
          </p:cNvSpPr>
          <p:nvPr>
            <p:ph idx="1"/>
          </p:nvPr>
        </p:nvSpPr>
        <p:spPr/>
        <p:txBody>
          <a:bodyPr/>
          <a:lstStyle/>
          <a:p>
            <a:r>
              <a:rPr lang="en-GB" dirty="0"/>
              <a:t>Add a frontend interface for recruiters to interact with the system.</a:t>
            </a:r>
          </a:p>
          <a:p>
            <a:r>
              <a:rPr lang="en-GB" dirty="0"/>
              <a:t>Train with larger real-time datasets from LinkedIn or </a:t>
            </a:r>
            <a:r>
              <a:rPr lang="en-GB" dirty="0" err="1"/>
              <a:t>Kaggle</a:t>
            </a:r>
            <a:r>
              <a:rPr lang="en-GB" dirty="0"/>
              <a:t>.
Integrate with APIs for live data fetching and prediction.
Include more features such as company size, location, or job market trends.</a:t>
            </a:r>
            <a:endParaRPr lang="en-US" dirty="0"/>
          </a:p>
        </p:txBody>
      </p:sp>
    </p:spTree>
    <p:extLst>
      <p:ext uri="{BB962C8B-B14F-4D97-AF65-F5344CB8AC3E}">
        <p14:creationId xmlns:p14="http://schemas.microsoft.com/office/powerpoint/2010/main" val="1836189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0C20-6DC1-99C3-A4AB-49D68E12830E}"/>
              </a:ext>
            </a:extLst>
          </p:cNvPr>
          <p:cNvSpPr>
            <a:spLocks noGrp="1"/>
          </p:cNvSpPr>
          <p:nvPr>
            <p:ph type="title"/>
          </p:nvPr>
        </p:nvSpPr>
        <p:spPr/>
        <p:txBody>
          <a:bodyPr/>
          <a:lstStyle/>
          <a:p>
            <a:r>
              <a:rPr lang="en-GB" sz="4000" dirty="0">
                <a:latin typeface="Georgia" panose="02040502050405020303" pitchFamily="18" charset="0"/>
              </a:rPr>
              <a:t>References </a:t>
            </a:r>
            <a:endParaRPr lang="en-US" sz="4000" dirty="0">
              <a:latin typeface="Georgia" panose="02040502050405020303" pitchFamily="18" charset="0"/>
            </a:endParaRPr>
          </a:p>
        </p:txBody>
      </p:sp>
      <p:sp>
        <p:nvSpPr>
          <p:cNvPr id="3" name="Content Placeholder 2">
            <a:extLst>
              <a:ext uri="{FF2B5EF4-FFF2-40B4-BE49-F238E27FC236}">
                <a16:creationId xmlns:a16="http://schemas.microsoft.com/office/drawing/2014/main" id="{021A5A17-BC06-404F-328D-C66FEE029F0A}"/>
              </a:ext>
            </a:extLst>
          </p:cNvPr>
          <p:cNvSpPr>
            <a:spLocks noGrp="1"/>
          </p:cNvSpPr>
          <p:nvPr>
            <p:ph idx="1"/>
          </p:nvPr>
        </p:nvSpPr>
        <p:spPr>
          <a:xfrm>
            <a:off x="1268063" y="2468032"/>
            <a:ext cx="8825659" cy="3416300"/>
          </a:xfrm>
        </p:spPr>
        <p:txBody>
          <a:bodyPr/>
          <a:lstStyle/>
          <a:p>
            <a:r>
              <a:rPr lang="en-GB" dirty="0">
                <a:latin typeface="Georgia" panose="02040502050405020303" pitchFamily="18" charset="0"/>
              </a:rPr>
              <a:t>IBM </a:t>
            </a:r>
            <a:r>
              <a:rPr lang="en-GB" dirty="0" err="1">
                <a:latin typeface="Georgia" panose="02040502050405020303" pitchFamily="18" charset="0"/>
              </a:rPr>
              <a:t>skillBuild</a:t>
            </a:r>
            <a:r>
              <a:rPr lang="en-GB" dirty="0">
                <a:latin typeface="Georgia" panose="02040502050405020303" pitchFamily="18" charset="0"/>
              </a:rPr>
              <a:t> – AI/ML Course Material </a:t>
            </a:r>
          </a:p>
          <a:p>
            <a:r>
              <a:rPr lang="en-GB" dirty="0">
                <a:latin typeface="Georgia" panose="02040502050405020303" pitchFamily="18" charset="0"/>
              </a:rPr>
              <a:t>Adult Salary Dataset – Source: Provide by mentor  </a:t>
            </a:r>
          </a:p>
          <a:p>
            <a:r>
              <a:rPr lang="en-GB" dirty="0">
                <a:latin typeface="Georgia" panose="02040502050405020303" pitchFamily="18" charset="0"/>
              </a:rPr>
              <a:t>Employee Salary Prediction – </a:t>
            </a:r>
            <a:r>
              <a:rPr lang="en-GB" dirty="0">
                <a:latin typeface="Georgia" panose="02040502050405020303" pitchFamily="18" charset="0"/>
                <a:hlinkClick r:id="rId2"/>
              </a:rPr>
              <a:t>https://colab.research.google.com/drive/1JB_RelHj8es7l7m8tHE5hQivwxxreYbi?usp=sharing</a:t>
            </a:r>
            <a:endParaRPr lang="en-GB" dirty="0">
              <a:latin typeface="Georgia" panose="02040502050405020303" pitchFamily="18" charset="0"/>
            </a:endParaRPr>
          </a:p>
          <a:p>
            <a:r>
              <a:rPr lang="en-GB" dirty="0">
                <a:latin typeface="Georgia" panose="02040502050405020303" pitchFamily="18" charset="0"/>
              </a:rPr>
              <a:t>Python Libraries and Tools – pandas, </a:t>
            </a:r>
            <a:r>
              <a:rPr lang="en-GB" dirty="0" err="1">
                <a:latin typeface="Georgia" panose="02040502050405020303" pitchFamily="18" charset="0"/>
              </a:rPr>
              <a:t>numpy</a:t>
            </a:r>
            <a:r>
              <a:rPr lang="en-GB" dirty="0">
                <a:latin typeface="Georgia" panose="02040502050405020303" pitchFamily="18" charset="0"/>
              </a:rPr>
              <a:t>, </a:t>
            </a:r>
            <a:r>
              <a:rPr lang="en-GB" dirty="0" err="1">
                <a:latin typeface="Georgia" panose="02040502050405020303" pitchFamily="18" charset="0"/>
              </a:rPr>
              <a:t>scikit</a:t>
            </a:r>
            <a:r>
              <a:rPr lang="en-GB" dirty="0">
                <a:latin typeface="Georgia" panose="02040502050405020303" pitchFamily="18" charset="0"/>
              </a:rPr>
              <a:t>-learn, imbalanced-learn .</a:t>
            </a:r>
          </a:p>
        </p:txBody>
      </p:sp>
    </p:spTree>
    <p:extLst>
      <p:ext uri="{BB962C8B-B14F-4D97-AF65-F5344CB8AC3E}">
        <p14:creationId xmlns:p14="http://schemas.microsoft.com/office/powerpoint/2010/main" val="3480910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4C316-F28C-2A6E-3BBF-1FCED2FFC222}"/>
              </a:ext>
            </a:extLst>
          </p:cNvPr>
          <p:cNvSpPr>
            <a:spLocks noGrp="1"/>
          </p:cNvSpPr>
          <p:nvPr>
            <p:ph type="title"/>
          </p:nvPr>
        </p:nvSpPr>
        <p:spPr>
          <a:xfrm>
            <a:off x="4477543" y="3429000"/>
            <a:ext cx="8761413" cy="787663"/>
          </a:xfrm>
        </p:spPr>
        <p:txBody>
          <a:bodyPr/>
          <a:lstStyle/>
          <a:p>
            <a:r>
              <a:rPr lang="en-GB" sz="4000" dirty="0">
                <a:solidFill>
                  <a:schemeClr val="tx1"/>
                </a:solidFill>
                <a:latin typeface="Georgia" panose="02040502050405020303" pitchFamily="18" charset="0"/>
              </a:rPr>
              <a:t>Thank you</a:t>
            </a:r>
            <a:endParaRPr lang="en-US" sz="4000" dirty="0">
              <a:solidFill>
                <a:schemeClr val="tx1"/>
              </a:solidFill>
              <a:latin typeface="Georgia" panose="02040502050405020303" pitchFamily="18" charset="0"/>
            </a:endParaRPr>
          </a:p>
        </p:txBody>
      </p:sp>
    </p:spTree>
    <p:extLst>
      <p:ext uri="{BB962C8B-B14F-4D97-AF65-F5344CB8AC3E}">
        <p14:creationId xmlns:p14="http://schemas.microsoft.com/office/powerpoint/2010/main" val="37537460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TF10001029">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TF10001029" id="{ED3996BA-162B-43C7-B0E2-A5CA4E649741}" vid="{187088E4-27D7-4455-856F-4A44258D82E2}"/>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TF10001029</vt:lpstr>
      <vt:lpstr>CAPSTONE PROJECT </vt:lpstr>
      <vt:lpstr>OUTLINE </vt:lpstr>
      <vt:lpstr>Problem Statement </vt:lpstr>
      <vt:lpstr>System Development Approach </vt:lpstr>
      <vt:lpstr>PowerPoint Presentation</vt:lpstr>
      <vt:lpstr>Algorithm &amp; Deployment </vt:lpstr>
      <vt:lpstr>Result </vt:lpstr>
      <vt:lpstr>PowerPoint Presentation</vt:lpstr>
      <vt:lpstr>PowerPoint Presentation</vt:lpstr>
      <vt:lpstr>Conclusion </vt:lpstr>
      <vt:lpstr>Future Scope </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dc:title>
  <dc:creator>Asna Faizeen</dc:creator>
  <cp:lastModifiedBy>Asna Faizeen</cp:lastModifiedBy>
  <cp:revision>1</cp:revision>
  <dcterms:created xsi:type="dcterms:W3CDTF">2025-07-19T14:28:02Z</dcterms:created>
  <dcterms:modified xsi:type="dcterms:W3CDTF">2025-07-19T16:38:46Z</dcterms:modified>
</cp:coreProperties>
</file>